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74" r:id="rId24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jWEuMw4rj66imGnGetK5G9G6rs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E7F91E-28C6-4280-8E66-EA02E2E343C9}">
  <a:tblStyle styleId="{3BE7F91E-28C6-4280-8E66-EA02E2E343C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FF7"/>
          </a:solidFill>
        </a:fill>
      </a:tcStyle>
    </a:wholeTbl>
    <a:band1H>
      <a:tcTxStyle/>
      <a:tcStyle>
        <a:fill>
          <a:solidFill>
            <a:srgbClr val="CADEEF"/>
          </a:solidFill>
        </a:fill>
      </a:tcStyle>
    </a:band1H>
    <a:band2H>
      <a:tcTxStyle/>
    </a:band2H>
    <a:band1V>
      <a:tcTxStyle/>
      <a:tcStyle>
        <a:fill>
          <a:solidFill>
            <a:srgbClr val="CADEEF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4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4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4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4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4" Type="http://schemas.openxmlformats.org/officeDocument/2006/relationships/slide" Target="slides/slide19.xml"/><Relationship Id="rId25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p7:notes"/>
          <p:cNvSpPr/>
          <p:nvPr>
            <p:ph idx="2" type="sldImg"/>
          </p:nvPr>
        </p:nvSpPr>
        <p:spPr>
          <a:xfrm>
            <a:off x="461963" y="0"/>
            <a:ext cx="2076450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1"/>
          <p:cNvPicPr preferRelativeResize="0"/>
          <p:nvPr/>
        </p:nvPicPr>
        <p:blipFill rotWithShape="1">
          <a:blip r:embed="rId2">
            <a:alphaModFix/>
          </a:blip>
          <a:srcRect b="0" l="1041" r="1088" t="0"/>
          <a:stretch/>
        </p:blipFill>
        <p:spPr>
          <a:xfrm>
            <a:off x="0" y="0"/>
            <a:ext cx="6858000" cy="99105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7"/>
          <p:cNvSpPr/>
          <p:nvPr/>
        </p:nvSpPr>
        <p:spPr>
          <a:xfrm>
            <a:off x="876300" y="11049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1" i="0" sz="900" u="none" cap="none" strike="noStrike">
              <a:solidFill>
                <a:srgbClr val="B3168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7"/>
          <p:cNvSpPr/>
          <p:nvPr/>
        </p:nvSpPr>
        <p:spPr>
          <a:xfrm>
            <a:off x="876300" y="1409700"/>
            <a:ext cx="5105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Arial"/>
              <a:buNone/>
            </a:pPr>
            <a:r>
              <a:rPr b="1" i="0" lang="es-CO" sz="2325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Sobre este documento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7"/>
          <p:cNvSpPr/>
          <p:nvPr/>
        </p:nvSpPr>
        <p:spPr>
          <a:xfrm>
            <a:off x="876300" y="840105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Copyright 2026. Todos los derechos reservados.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66" name="Google Shape;466;p7"/>
          <p:cNvGraphicFramePr/>
          <p:nvPr/>
        </p:nvGraphicFramePr>
        <p:xfrm>
          <a:off x="876300" y="251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{3BE7F91E-28C6-4280-8E66-EA02E2E343C9}</a:tableStyleId>
              </a:tblPr>
              <a:tblGrid>
                <a:gridCol w="2628125"/>
                <a:gridCol w="2705875"/>
              </a:tblGrid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s-CO" sz="950" u="none" cap="none" strike="noStrike"/>
                        <a:t>Proyecto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s-CO" sz="950" u="none" cap="none" strike="noStrike"/>
                        <a:t>@Medellín — SAPIENCIA</a:t>
                      </a:r>
                      <a:endParaRPr sz="1100" u="none" cap="none" strike="noStrike">
                        <a:solidFill>
                          <a:srgbClr val="2D25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/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s-CO" sz="950" u="none" cap="none" strike="noStrike"/>
                        <a:t>Tipo de recurso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s-CO" sz="950" u="none" cap="none" strike="noStrike"/>
                        <a:t>Artículo educativo</a:t>
                      </a:r>
                      <a:endParaRPr sz="1100" u="none" cap="none" strike="noStrike">
                        <a:solidFill>
                          <a:srgbClr val="2D25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/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s-CO" sz="950" u="none" cap="none" strike="noStrike"/>
                        <a:t>Coordinación general: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s-CO" sz="950" u="none" cap="none" strike="noStrike"/>
                        <a:t>Luz Dary Morales Galvis</a:t>
                      </a:r>
                      <a:endParaRPr sz="1100" u="none" cap="none" strike="noStrike">
                        <a:solidFill>
                          <a:srgbClr val="2D25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/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s-CO" sz="950" u="none" cap="none" strike="noStrike"/>
                        <a:t>Experto temático: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s-CO" sz="950" u="none" cap="none" strike="noStrike"/>
                        <a:t>Diana María Velázquez</a:t>
                      </a:r>
                      <a:endParaRPr sz="1100" u="none" cap="none" strike="noStrike">
                        <a:solidFill>
                          <a:srgbClr val="2D25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/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s-CO" sz="950" u="none" cap="none" strike="noStrike"/>
                        <a:t>Diseñador de la experiencia virtual de aprendizaje: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s-CO" sz="950" u="none" cap="none" strike="noStrike"/>
                        <a:t>Julieta Márquez Gutiérrez</a:t>
                      </a:r>
                      <a:endParaRPr sz="1100" u="none" cap="none" strike="noStrike">
                        <a:solidFill>
                          <a:srgbClr val="2D25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/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s-CO" sz="950" u="none" cap="none" strike="noStrike"/>
                        <a:t>Corrección de estilo: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s-CO" sz="950" u="none" cap="none" strike="noStrike"/>
                        <a:t>Julieta Márquez Gutiérrez y Sergio Ocampo Rivera</a:t>
                      </a:r>
                      <a:endParaRPr sz="1100" u="none" cap="none" strike="noStrike">
                        <a:solidFill>
                          <a:srgbClr val="2D25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/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s-CO" sz="950" u="none" cap="none" strike="noStrike"/>
                        <a:t>Validación pedagógica: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s-CO" sz="950" u="none" cap="none" strike="noStrike"/>
                        <a:t>Sandra Patricia Hoyos Sepúlveda</a:t>
                      </a:r>
                      <a:endParaRPr sz="1100" u="none" cap="none" strike="noStrike">
                        <a:solidFill>
                          <a:srgbClr val="2D25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/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s-CO" sz="950" u="none" cap="none" strike="noStrike"/>
                        <a:t>Diseño gráfico: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s-CO" sz="950" u="none" cap="none" strike="noStrike"/>
                        <a:t>Andrea Valentina Roa Orozco</a:t>
                      </a:r>
                      <a:endParaRPr sz="1100" u="none" cap="none" strike="noStrike">
                        <a:solidFill>
                          <a:srgbClr val="2D25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/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s-CO" sz="950" u="none" cap="none" strike="noStrike"/>
                        <a:t>Disposición y ensamble: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s-CO" sz="950" u="none" cap="none" strike="noStrike"/>
                        <a:t>Samayda Herrera Betancur</a:t>
                      </a:r>
                      <a:endParaRPr sz="1100" u="none" cap="none" strike="noStrike">
                        <a:solidFill>
                          <a:srgbClr val="2D25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/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s-CO" sz="950" u="none" cap="none" strike="noStrike"/>
                        <a:t>Última actualización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s-CO" sz="950" u="none" cap="none" strike="noStrike"/>
                        <a:t>Octubre de 2026</a:t>
                      </a:r>
                      <a:endParaRPr sz="1100" u="none" cap="none" strike="noStrike">
                        <a:solidFill>
                          <a:srgbClr val="2D25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2026-08-28T21:01:11Z</dcterms:created>
  <dc:creator>Walnut Exporter</dc:creator>
</cp:coreProperties>
</file>