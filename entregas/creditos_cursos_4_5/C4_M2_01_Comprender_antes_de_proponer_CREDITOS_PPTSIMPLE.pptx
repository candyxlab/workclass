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63" r:id="rId13"/>
  </p:sldIdLst>
  <p:sldSz cy="9525000" cx="1905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00">
          <p15:clr>
            <a:srgbClr val="A4A3A4"/>
          </p15:clr>
        </p15:guide>
        <p15:guide id="2" pos="600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idXcHjG+1X02k+nwU3hW2mkFV6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00" orient="horz"/>
        <p:guide pos="600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208d67e2cfb85eb7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208d67e2cfb85eb7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h208d67e2cfb85eb7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050000" cy="9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208d67e2cfb85eb7_0_0"/>
          <p:cNvSpPr txBox="1"/>
          <p:nvPr/>
        </p:nvSpPr>
        <p:spPr>
          <a:xfrm>
            <a:off x="1877256" y="856420"/>
            <a:ext cx="12000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6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CRÉDITOS · COMPRENDER ANTES DE PROPONER</a:t>
            </a:r>
            <a:endParaRPr/>
          </a:p>
        </p:txBody>
      </p:sp>
      <p:sp>
        <p:nvSpPr>
          <p:cNvPr id="169" name="Google Shape;169;h208d67e2cfb85eb7_0_0"/>
          <p:cNvSpPr txBox="1"/>
          <p:nvPr/>
        </p:nvSpPr>
        <p:spPr>
          <a:xfrm>
            <a:off x="1877256" y="1306212"/>
            <a:ext cx="1558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 de producción y postproducción</a:t>
            </a:r>
            <a:endParaRPr/>
          </a:p>
        </p:txBody>
      </p:sp>
      <p:pic>
        <p:nvPicPr>
          <p:cNvPr id="170" name="Google Shape;170;h208d67e2cfb85eb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934212"/>
            <a:ext cx="2218494" cy="17903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h208d67e2cfb85eb7_0_0"/>
          <p:cNvSpPr/>
          <p:nvPr/>
        </p:nvSpPr>
        <p:spPr>
          <a:xfrm>
            <a:off x="1874519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208d67e2cfb85eb7_0_0"/>
          <p:cNvSpPr/>
          <p:nvPr/>
        </p:nvSpPr>
        <p:spPr>
          <a:xfrm>
            <a:off x="1874519" y="2697480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208d67e2cfb85eb7_0_0"/>
          <p:cNvSpPr txBox="1"/>
          <p:nvPr/>
        </p:nvSpPr>
        <p:spPr>
          <a:xfrm>
            <a:off x="2194560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Coordinación general</a:t>
            </a:r>
            <a:endParaRPr/>
          </a:p>
        </p:txBody>
      </p:sp>
      <p:sp>
        <p:nvSpPr>
          <p:cNvPr id="174" name="Google Shape;174;h208d67e2cfb85eb7_0_0"/>
          <p:cNvSpPr txBox="1"/>
          <p:nvPr/>
        </p:nvSpPr>
        <p:spPr>
          <a:xfrm>
            <a:off x="2194560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Luz Dary Morales Galvis</a:t>
            </a:r>
            <a:endParaRPr/>
          </a:p>
        </p:txBody>
      </p:sp>
      <p:sp>
        <p:nvSpPr>
          <p:cNvPr id="175" name="Google Shape;175;h208d67e2cfb85eb7_0_0"/>
          <p:cNvSpPr/>
          <p:nvPr/>
        </p:nvSpPr>
        <p:spPr>
          <a:xfrm>
            <a:off x="9825227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208d67e2cfb85eb7_0_0"/>
          <p:cNvSpPr/>
          <p:nvPr/>
        </p:nvSpPr>
        <p:spPr>
          <a:xfrm>
            <a:off x="9825227" y="2697480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208d67e2cfb85eb7_0_0"/>
          <p:cNvSpPr txBox="1"/>
          <p:nvPr/>
        </p:nvSpPr>
        <p:spPr>
          <a:xfrm>
            <a:off x="10145267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Experto temático</a:t>
            </a:r>
            <a:endParaRPr/>
          </a:p>
        </p:txBody>
      </p:sp>
      <p:sp>
        <p:nvSpPr>
          <p:cNvPr id="178" name="Google Shape;178;h208d67e2cfb85eb7_0_0"/>
          <p:cNvSpPr txBox="1"/>
          <p:nvPr/>
        </p:nvSpPr>
        <p:spPr>
          <a:xfrm>
            <a:off x="10145267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Diana María Velázquez García</a:t>
            </a:r>
            <a:endParaRPr/>
          </a:p>
        </p:txBody>
      </p:sp>
      <p:sp>
        <p:nvSpPr>
          <p:cNvPr id="179" name="Google Shape;179;h208d67e2cfb85eb7_0_0"/>
          <p:cNvSpPr/>
          <p:nvPr/>
        </p:nvSpPr>
        <p:spPr>
          <a:xfrm>
            <a:off x="1874519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208d67e2cfb85eb7_0_0"/>
          <p:cNvSpPr/>
          <p:nvPr/>
        </p:nvSpPr>
        <p:spPr>
          <a:xfrm>
            <a:off x="1874519" y="3776472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208d67e2cfb85eb7_0_0"/>
          <p:cNvSpPr txBox="1"/>
          <p:nvPr/>
        </p:nvSpPr>
        <p:spPr>
          <a:xfrm>
            <a:off x="2194560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Diseñador de la experiencia virtual de aprendizaje</a:t>
            </a:r>
            <a:endParaRPr/>
          </a:p>
        </p:txBody>
      </p:sp>
      <p:sp>
        <p:nvSpPr>
          <p:cNvPr id="182" name="Google Shape;182;h208d67e2cfb85eb7_0_0"/>
          <p:cNvSpPr txBox="1"/>
          <p:nvPr/>
        </p:nvSpPr>
        <p:spPr>
          <a:xfrm>
            <a:off x="2194560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</a:t>
            </a:r>
            <a:endParaRPr/>
          </a:p>
        </p:txBody>
      </p:sp>
      <p:sp>
        <p:nvSpPr>
          <p:cNvPr id="183" name="Google Shape;183;h208d67e2cfb85eb7_0_0"/>
          <p:cNvSpPr/>
          <p:nvPr/>
        </p:nvSpPr>
        <p:spPr>
          <a:xfrm>
            <a:off x="9825227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208d67e2cfb85eb7_0_0"/>
          <p:cNvSpPr/>
          <p:nvPr/>
        </p:nvSpPr>
        <p:spPr>
          <a:xfrm>
            <a:off x="9825227" y="3776472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208d67e2cfb85eb7_0_0"/>
          <p:cNvSpPr txBox="1"/>
          <p:nvPr/>
        </p:nvSpPr>
        <p:spPr>
          <a:xfrm>
            <a:off x="10145267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Corrección de estilo</a:t>
            </a:r>
            <a:endParaRPr/>
          </a:p>
        </p:txBody>
      </p:sp>
      <p:sp>
        <p:nvSpPr>
          <p:cNvPr id="186" name="Google Shape;186;h208d67e2cfb85eb7_0_0"/>
          <p:cNvSpPr txBox="1"/>
          <p:nvPr/>
        </p:nvSpPr>
        <p:spPr>
          <a:xfrm>
            <a:off x="10145267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Sergio Andrés Ocampo Rivera</a:t>
            </a:r>
            <a:endParaRPr/>
          </a:p>
        </p:txBody>
      </p:sp>
      <p:sp>
        <p:nvSpPr>
          <p:cNvPr id="187" name="Google Shape;187;h208d67e2cfb85eb7_0_0"/>
          <p:cNvSpPr/>
          <p:nvPr/>
        </p:nvSpPr>
        <p:spPr>
          <a:xfrm>
            <a:off x="1874519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208d67e2cfb85eb7_0_0"/>
          <p:cNvSpPr/>
          <p:nvPr/>
        </p:nvSpPr>
        <p:spPr>
          <a:xfrm>
            <a:off x="1874519" y="4855464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208d67e2cfb85eb7_0_0"/>
          <p:cNvSpPr txBox="1"/>
          <p:nvPr/>
        </p:nvSpPr>
        <p:spPr>
          <a:xfrm>
            <a:off x="2194560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Validación pedagógica</a:t>
            </a:r>
            <a:endParaRPr/>
          </a:p>
        </p:txBody>
      </p:sp>
      <p:sp>
        <p:nvSpPr>
          <p:cNvPr id="190" name="Google Shape;190;h208d67e2cfb85eb7_0_0"/>
          <p:cNvSpPr txBox="1"/>
          <p:nvPr/>
        </p:nvSpPr>
        <p:spPr>
          <a:xfrm>
            <a:off x="2194560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Sandra Patricia Hoyos Sepúlveda</a:t>
            </a:r>
            <a:endParaRPr/>
          </a:p>
        </p:txBody>
      </p:sp>
      <p:sp>
        <p:nvSpPr>
          <p:cNvPr id="191" name="Google Shape;191;h208d67e2cfb85eb7_0_0"/>
          <p:cNvSpPr/>
          <p:nvPr/>
        </p:nvSpPr>
        <p:spPr>
          <a:xfrm>
            <a:off x="9825227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208d67e2cfb85eb7_0_0"/>
          <p:cNvSpPr/>
          <p:nvPr/>
        </p:nvSpPr>
        <p:spPr>
          <a:xfrm>
            <a:off x="9825227" y="4855464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208d67e2cfb85eb7_0_0"/>
          <p:cNvSpPr txBox="1"/>
          <p:nvPr/>
        </p:nvSpPr>
        <p:spPr>
          <a:xfrm>
            <a:off x="10145267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Diseño gráfico</a:t>
            </a:r>
            <a:endParaRPr/>
          </a:p>
        </p:txBody>
      </p:sp>
      <p:sp>
        <p:nvSpPr>
          <p:cNvPr id="194" name="Google Shape;194;h208d67e2cfb85eb7_0_0"/>
          <p:cNvSpPr txBox="1"/>
          <p:nvPr/>
        </p:nvSpPr>
        <p:spPr>
          <a:xfrm>
            <a:off x="10145267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Andrea Valentina Roa Orozco</a:t>
            </a:r>
            <a:endParaRPr/>
          </a:p>
        </p:txBody>
      </p:sp>
      <p:sp>
        <p:nvSpPr>
          <p:cNvPr id="195" name="Google Shape;195;h208d67e2cfb85eb7_0_0"/>
          <p:cNvSpPr/>
          <p:nvPr/>
        </p:nvSpPr>
        <p:spPr>
          <a:xfrm>
            <a:off x="1874519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208d67e2cfb85eb7_0_0"/>
          <p:cNvSpPr/>
          <p:nvPr/>
        </p:nvSpPr>
        <p:spPr>
          <a:xfrm>
            <a:off x="1874519" y="5934456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208d67e2cfb85eb7_0_0"/>
          <p:cNvSpPr txBox="1"/>
          <p:nvPr/>
        </p:nvSpPr>
        <p:spPr>
          <a:xfrm>
            <a:off x="2194560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b="1" lang="es-MX" sz="1300">
                <a:solidFill>
                  <a:srgbClr val="2A56C6"/>
                </a:solidFill>
              </a:rPr>
              <a:t>d</a:t>
            </a: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 interactivos</a:t>
            </a:r>
            <a:endParaRPr/>
          </a:p>
        </p:txBody>
      </p:sp>
      <p:sp>
        <p:nvSpPr>
          <p:cNvPr id="198" name="Google Shape;198;h208d67e2cfb85eb7_0_0"/>
          <p:cNvSpPr txBox="1"/>
          <p:nvPr/>
        </p:nvSpPr>
        <p:spPr>
          <a:xfrm>
            <a:off x="2194560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Paola Andrea Quintero Aguilar</a:t>
            </a:r>
            <a:endParaRPr/>
          </a:p>
        </p:txBody>
      </p:sp>
      <p:sp>
        <p:nvSpPr>
          <p:cNvPr id="199" name="Google Shape;199;h208d67e2cfb85eb7_0_0"/>
          <p:cNvSpPr/>
          <p:nvPr/>
        </p:nvSpPr>
        <p:spPr>
          <a:xfrm>
            <a:off x="9825227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208d67e2cfb85eb7_0_0"/>
          <p:cNvSpPr/>
          <p:nvPr/>
        </p:nvSpPr>
        <p:spPr>
          <a:xfrm>
            <a:off x="9825227" y="5934456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208d67e2cfb85eb7_0_0"/>
          <p:cNvSpPr txBox="1"/>
          <p:nvPr/>
        </p:nvSpPr>
        <p:spPr>
          <a:xfrm>
            <a:off x="10145267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Disposición y ensamble</a:t>
            </a:r>
            <a:endParaRPr/>
          </a:p>
        </p:txBody>
      </p:sp>
      <p:sp>
        <p:nvSpPr>
          <p:cNvPr id="202" name="Google Shape;202;h208d67e2cfb85eb7_0_0"/>
          <p:cNvSpPr txBox="1"/>
          <p:nvPr/>
        </p:nvSpPr>
        <p:spPr>
          <a:xfrm>
            <a:off x="10145267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Samayda Herrera Betancur</a:t>
            </a:r>
            <a:endParaRPr/>
          </a:p>
        </p:txBody>
      </p:sp>
      <p:sp>
        <p:nvSpPr>
          <p:cNvPr id="203" name="Google Shape;203;h208d67e2cfb85eb7_0_0"/>
          <p:cNvSpPr txBox="1"/>
          <p:nvPr/>
        </p:nvSpPr>
        <p:spPr>
          <a:xfrm>
            <a:off x="1874519" y="7059168"/>
            <a:ext cx="15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Proyecto C.I. 278 de 2026 · @Medellín — SAPIENCIA · Última actualización: octubre de 2026</a:t>
            </a:r>
            <a:endParaRPr/>
          </a:p>
        </p:txBody>
      </p:sp>
      <p:sp>
        <p:nvSpPr>
          <p:cNvPr id="204" name="Google Shape;204;h208d67e2cfb85eb7_0_0"/>
          <p:cNvSpPr/>
          <p:nvPr/>
        </p:nvSpPr>
        <p:spPr>
          <a:xfrm>
            <a:off x="1586214" y="856420"/>
            <a:ext cx="105900" cy="12699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h208d67e2cfb85eb7_0_0"/>
          <p:cNvSpPr/>
          <p:nvPr/>
        </p:nvSpPr>
        <p:spPr>
          <a:xfrm>
            <a:off x="2910426" y="8916458"/>
            <a:ext cx="90000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</a:pPr>
            <a:r>
              <a:rPr b="1" i="0" lang="es-MX" sz="1354" u="none" cap="none" strike="noStrike">
                <a:solidFill>
                  <a:srgbClr val="756F79"/>
                </a:solidFill>
                <a:latin typeface="Arial"/>
                <a:ea typeface="Arial"/>
                <a:cs typeface="Arial"/>
                <a:sym typeface="Arial"/>
              </a:rPr>
              <a:t>Comprender antes de proponer: el proceso del pensamiento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2026-08-27T19:14:18Z</dcterms:created>
  <dc:creator>Walnut Exporter</dc:creator>
</cp:coreProperties>
</file>