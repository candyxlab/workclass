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8" r:id="rId13"/>
    <p:sldId id="279" r:id="rId14"/>
    <p:sldId id="274" r:id="rId20"/>
    <p:sldId id="275" r:id="rId21"/>
  </p:sldIdLst>
  <p:sldSz cx="19050000" cy="109347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44">
          <p15:clr>
            <a:srgbClr val="A4A3A4"/>
          </p15:clr>
        </p15:guide>
        <p15:guide id="2" pos="5002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RLobvM1VNIuYSNzRCYEg55T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0" y="-90"/>
      </p:cViewPr>
      <p:guideLst>
        <p:guide orient="horz" pos="3444"/>
        <p:guide pos="50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3"/>
              <a:buFont typeface="Arial"/>
              <a:buNone/>
            </a:pPr>
            <a:endParaRPr sz="28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12838" y="0"/>
            <a:ext cx="522605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702332"/>
            <a:ext cx="19050000" cy="152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45987" y="570075"/>
            <a:ext cx="6219825" cy="96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19.xml"/><Relationship Id="rId16" Type="http://schemas.openxmlformats.org/officeDocument/2006/relationships/slide" Target="slide1.xml"/><Relationship Id="rId20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1.xml"/><Relationship Id="rId10" Type="http://schemas.openxmlformats.org/officeDocument/2006/relationships/slide" Target="slide20.xml"/><Relationship Id="rId11" Type="http://schemas.openxmlformats.org/officeDocument/2006/relationships/image" Target="../media/image12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1.xml"/><Relationship Id="rId11" Type="http://schemas.openxmlformats.org/officeDocument/2006/relationships/image" Target="../media/image12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4425" y="-177800"/>
            <a:ext cx="17123301" cy="111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4">
            <a:alphaModFix amt="35000"/>
          </a:blip>
          <a:srcRect l="27082"/>
          <a:stretch/>
        </p:blipFill>
        <p:spPr>
          <a:xfrm>
            <a:off x="2801486" y="-120650"/>
            <a:ext cx="9058927" cy="1117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0402" y="1245308"/>
            <a:ext cx="12845207" cy="876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6400" y="-114301"/>
            <a:ext cx="9058926" cy="1116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7658" y="4595812"/>
            <a:ext cx="2263176" cy="18264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6115750" y="5449075"/>
            <a:ext cx="9369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2800" b="0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Actividad formativa · Tema 1. Análisis del macroentorno · PESTEL</a:t>
            </a:r>
            <a:endParaRPr sz="2800" b="0" i="0" u="none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>
            <a:hlinkClick action="ppaction://hlinksldjump" r:id="rId13"/>
          </p:cNvPr>
          <p:cNvSpPr/>
          <p:nvPr/>
        </p:nvSpPr>
        <p:spPr>
          <a:xfrm>
            <a:off x="6202428" y="8028299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hlinkClick action="ppaction://hlinksldjump" r:id="rId13"/>
          </p:cNvPr>
          <p:cNvSpPr/>
          <p:nvPr/>
        </p:nvSpPr>
        <p:spPr>
          <a:xfrm>
            <a:off x="6202428" y="7968768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lang="es-CO" sz="1992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Comenzar</a:t>
            </a:r>
            <a:endParaRPr sz="1992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75859" y="1067484"/>
            <a:ext cx="1191145" cy="118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078363" y="9342537"/>
            <a:ext cx="5185456" cy="87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865645" y="420404"/>
            <a:ext cx="2398173" cy="5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6115751" y="1777100"/>
            <a:ext cx="1241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¿Qué factor está en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juego aquí?</a:t>
            </a:r>
            <a:endParaRPr sz="7200" b="1" i="0" u="none" strike="noStrike" cap="none">
              <a:solidFill>
                <a:srgbClr val="0247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525915" y="10310812"/>
            <a:ext cx="1040267" cy="104026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hlinkClick action="ppaction://hlinksldjump" r:id="rId16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>
            <a:hlinkClick action="ppaction://hlinksldjump" r:id="rId16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" title="correcciones sapiencia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>
            <a:hlinkClick action="ppaction://hlinksldjump" r:id="rId16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3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3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4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4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5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5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3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3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1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1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3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3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3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 para llevar a cabo el cuestionario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10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10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664092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1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1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0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0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2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2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3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3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3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EMPAREJAMIENTO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¿Qué factor está en juego aquí?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0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0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1">
            <a:hlinkClick action="ppaction://hlinksldjump" r:id="rId11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1">
            <a:hlinkClick action="ppaction://hlinksldjump" r:id="rId11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2">
            <a:hlinkClick action="ppaction://hlinksldjump" r:id="rId7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2">
            <a:hlinkClick action="ppaction://hlinksldjump" r:id="rId7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2">
            <a:hlinkClick action="ppaction://hlinksldjump" r:id="rId10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2">
            <a:hlinkClick action="ppaction://hlinksldjump" r:id="rId10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2">
            <a:hlinkClick action="ppaction://hlinksldjump" r:id="rId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2">
            <a:hlinkClick action="ppaction://hlinksldjump" r:id="rId9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32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32">
            <a:hlinkClick action="ppaction://hlinksldjump" r:id="rId9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2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16" name="Google Shape;1116;p32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correcta</a:t>
            </a:r>
            <a:endParaRPr/>
          </a:p>
        </p:txBody>
      </p:sp>
      <p:sp>
        <p:nvSpPr>
          <p:cNvPr id="1117" name="Google Shape;1117;p32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2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2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3">
            <a:hlinkClick action="ppaction://hlinksldjump" r:id="rId8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3">
            <a:hlinkClick action="ppaction://hlinksldjump" r:id="rId8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3">
            <a:hlinkClick action="ppaction://hlinksldjump" r:id="rId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3">
            <a:hlinkClick action="ppaction://hlinksldjump" r:id="rId9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8" name="Google Shape;1158;p33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33">
            <a:hlinkClick action="ppaction://hlinksldjump" r:id="rId9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Factores PESTEL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3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61" name="Google Shape;1161;p33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con errores</a:t>
            </a:r>
            <a:endParaRPr/>
          </a:p>
        </p:txBody>
      </p:sp>
      <p:sp>
        <p:nvSpPr>
          <p:cNvPr id="1162" name="Google Shape;1162;p33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3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3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3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3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3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3304</Words>
  <Application>Microsoft Office PowerPoint</Application>
  <PresentationFormat>Personalizado</PresentationFormat>
  <Paragraphs>733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Walnut Exporter</dc:creator>
  <cp:lastModifiedBy>Valentina Orozco</cp:lastModifiedBy>
  <cp:revision>1</cp:revision>
  <dcterms:created xsi:type="dcterms:W3CDTF">2026-08-27T19:14:29Z</dcterms:created>
  <dcterms:modified xsi:type="dcterms:W3CDTF">2026-10-03T00:59:45Z</dcterms:modified>
</cp:coreProperties>
</file>